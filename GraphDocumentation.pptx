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33A1BA-953C-4E18-8042-24620C0A68EA}" v="22" dt="2025-11-03T10:40:49.1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Eilertsen" userId="c311ac65473bd097" providerId="LiveId" clId="{8112789C-1012-443B-94CF-A9FD9E502C2D}"/>
    <pc:docChg chg="undo custSel addSld delSld modSld sldOrd">
      <pc:chgData name="Josh Eilertsen" userId="c311ac65473bd097" providerId="LiveId" clId="{8112789C-1012-443B-94CF-A9FD9E502C2D}" dt="2025-11-03T10:42:08.989" v="3374" actId="313"/>
      <pc:docMkLst>
        <pc:docMk/>
      </pc:docMkLst>
      <pc:sldChg chg="addSp delSp modSp mod">
        <pc:chgData name="Josh Eilertsen" userId="c311ac65473bd097" providerId="LiveId" clId="{8112789C-1012-443B-94CF-A9FD9E502C2D}" dt="2025-11-03T10:02:15.612" v="937" actId="20577"/>
        <pc:sldMkLst>
          <pc:docMk/>
          <pc:sldMk cId="2933314192" sldId="256"/>
        </pc:sldMkLst>
        <pc:spChg chg="add mod">
          <ac:chgData name="Josh Eilertsen" userId="c311ac65473bd097" providerId="LiveId" clId="{8112789C-1012-443B-94CF-A9FD9E502C2D}" dt="2025-11-03T10:02:15.612" v="937" actId="20577"/>
          <ac:spMkLst>
            <pc:docMk/>
            <pc:sldMk cId="2933314192" sldId="256"/>
            <ac:spMk id="6" creationId="{3D71CB2B-DB71-5AC3-3CD3-571901128CFB}"/>
          </ac:spMkLst>
        </pc:spChg>
        <pc:picChg chg="add mod">
          <ac:chgData name="Josh Eilertsen" userId="c311ac65473bd097" providerId="LiveId" clId="{8112789C-1012-443B-94CF-A9FD9E502C2D}" dt="2025-11-01T15:25:10.478" v="889" actId="14100"/>
          <ac:picMkLst>
            <pc:docMk/>
            <pc:sldMk cId="2933314192" sldId="256"/>
            <ac:picMk id="5" creationId="{93F857F5-142C-45E4-7116-DB1ECC8563B4}"/>
          </ac:picMkLst>
        </pc:picChg>
      </pc:sldChg>
      <pc:sldChg chg="addSp delSp modSp new mod ord">
        <pc:chgData name="Josh Eilertsen" userId="c311ac65473bd097" providerId="LiveId" clId="{8112789C-1012-443B-94CF-A9FD9E502C2D}" dt="2025-11-03T10:03:24.225" v="1090" actId="20577"/>
        <pc:sldMkLst>
          <pc:docMk/>
          <pc:sldMk cId="1547586617" sldId="257"/>
        </pc:sldMkLst>
        <pc:spChg chg="add mod">
          <ac:chgData name="Josh Eilertsen" userId="c311ac65473bd097" providerId="LiveId" clId="{8112789C-1012-443B-94CF-A9FD9E502C2D}" dt="2025-11-03T10:03:24.225" v="1090" actId="20577"/>
          <ac:spMkLst>
            <pc:docMk/>
            <pc:sldMk cId="1547586617" sldId="257"/>
            <ac:spMk id="5" creationId="{154B5533-379A-1B6A-1335-043A05B98306}"/>
          </ac:spMkLst>
        </pc:spChg>
        <pc:picChg chg="add mod">
          <ac:chgData name="Josh Eilertsen" userId="c311ac65473bd097" providerId="LiveId" clId="{8112789C-1012-443B-94CF-A9FD9E502C2D}" dt="2025-11-01T15:24:37.193" v="881" actId="1076"/>
          <ac:picMkLst>
            <pc:docMk/>
            <pc:sldMk cId="1547586617" sldId="257"/>
            <ac:picMk id="3" creationId="{9FA5F077-8F71-DB8C-07EE-8BB249F95AED}"/>
          </ac:picMkLst>
        </pc:picChg>
      </pc:sldChg>
      <pc:sldChg chg="new del">
        <pc:chgData name="Josh Eilertsen" userId="c311ac65473bd097" providerId="LiveId" clId="{8112789C-1012-443B-94CF-A9FD9E502C2D}" dt="2025-11-01T09:54:10.177" v="9" actId="680"/>
        <pc:sldMkLst>
          <pc:docMk/>
          <pc:sldMk cId="2241707053" sldId="257"/>
        </pc:sldMkLst>
      </pc:sldChg>
      <pc:sldChg chg="addSp modSp new mod">
        <pc:chgData name="Josh Eilertsen" userId="c311ac65473bd097" providerId="LiveId" clId="{8112789C-1012-443B-94CF-A9FD9E502C2D}" dt="2025-11-03T10:11:37.745" v="1697" actId="20577"/>
        <pc:sldMkLst>
          <pc:docMk/>
          <pc:sldMk cId="4011993404" sldId="258"/>
        </pc:sldMkLst>
        <pc:spChg chg="add mod">
          <ac:chgData name="Josh Eilertsen" userId="c311ac65473bd097" providerId="LiveId" clId="{8112789C-1012-443B-94CF-A9FD9E502C2D}" dt="2025-11-03T10:07:18.391" v="1095" actId="767"/>
          <ac:spMkLst>
            <pc:docMk/>
            <pc:sldMk cId="4011993404" sldId="258"/>
            <ac:spMk id="4" creationId="{0EF438E7-3E59-F7F3-FD81-70703F899682}"/>
          </ac:spMkLst>
        </pc:spChg>
        <pc:spChg chg="add mod">
          <ac:chgData name="Josh Eilertsen" userId="c311ac65473bd097" providerId="LiveId" clId="{8112789C-1012-443B-94CF-A9FD9E502C2D}" dt="2025-11-03T10:11:37.745" v="1697" actId="20577"/>
          <ac:spMkLst>
            <pc:docMk/>
            <pc:sldMk cId="4011993404" sldId="258"/>
            <ac:spMk id="6" creationId="{BBD3B657-0AEE-AB95-C5CE-894E77D18C75}"/>
          </ac:spMkLst>
        </pc:spChg>
        <pc:picChg chg="add mod">
          <ac:chgData name="Josh Eilertsen" userId="c311ac65473bd097" providerId="LiveId" clId="{8112789C-1012-443B-94CF-A9FD9E502C2D}" dt="2025-11-03T10:07:11.455" v="1094" actId="14100"/>
          <ac:picMkLst>
            <pc:docMk/>
            <pc:sldMk cId="4011993404" sldId="258"/>
            <ac:picMk id="3" creationId="{7B945695-8AF8-D6E9-BB87-68C2B88EB549}"/>
          </ac:picMkLst>
        </pc:picChg>
      </pc:sldChg>
      <pc:sldChg chg="addSp modSp new mod ord">
        <pc:chgData name="Josh Eilertsen" userId="c311ac65473bd097" providerId="LiveId" clId="{8112789C-1012-443B-94CF-A9FD9E502C2D}" dt="2025-11-03T10:13:41.131" v="1718" actId="20577"/>
        <pc:sldMkLst>
          <pc:docMk/>
          <pc:sldMk cId="3578161949" sldId="259"/>
        </pc:sldMkLst>
        <pc:spChg chg="add mod">
          <ac:chgData name="Josh Eilertsen" userId="c311ac65473bd097" providerId="LiveId" clId="{8112789C-1012-443B-94CF-A9FD9E502C2D}" dt="2025-11-03T10:13:41.131" v="1718" actId="20577"/>
          <ac:spMkLst>
            <pc:docMk/>
            <pc:sldMk cId="3578161949" sldId="259"/>
            <ac:spMk id="5" creationId="{BDD764BE-0F81-EF87-3715-AE8FC980B168}"/>
          </ac:spMkLst>
        </pc:spChg>
        <pc:picChg chg="add mod">
          <ac:chgData name="Josh Eilertsen" userId="c311ac65473bd097" providerId="LiveId" clId="{8112789C-1012-443B-94CF-A9FD9E502C2D}" dt="2025-11-03T10:12:47.162" v="1705" actId="1076"/>
          <ac:picMkLst>
            <pc:docMk/>
            <pc:sldMk cId="3578161949" sldId="259"/>
            <ac:picMk id="3" creationId="{F435F293-E16C-9A9F-8279-41EBFCCEF369}"/>
          </ac:picMkLst>
        </pc:picChg>
      </pc:sldChg>
      <pc:sldChg chg="addSp modSp new mod">
        <pc:chgData name="Josh Eilertsen" userId="c311ac65473bd097" providerId="LiveId" clId="{8112789C-1012-443B-94CF-A9FD9E502C2D}" dt="2025-11-03T10:22:59.156" v="2373" actId="313"/>
        <pc:sldMkLst>
          <pc:docMk/>
          <pc:sldMk cId="3544121908" sldId="260"/>
        </pc:sldMkLst>
        <pc:spChg chg="add mod">
          <ac:chgData name="Josh Eilertsen" userId="c311ac65473bd097" providerId="LiveId" clId="{8112789C-1012-443B-94CF-A9FD9E502C2D}" dt="2025-11-03T10:22:59.156" v="2373" actId="313"/>
          <ac:spMkLst>
            <pc:docMk/>
            <pc:sldMk cId="3544121908" sldId="260"/>
            <ac:spMk id="3" creationId="{558D3564-B04E-04A9-3DC0-681BB72A404B}"/>
          </ac:spMkLst>
        </pc:spChg>
        <pc:picChg chg="add mod">
          <ac:chgData name="Josh Eilertsen" userId="c311ac65473bd097" providerId="LiveId" clId="{8112789C-1012-443B-94CF-A9FD9E502C2D}" dt="2025-11-03T10:21:44.974" v="2295" actId="1076"/>
          <ac:picMkLst>
            <pc:docMk/>
            <pc:sldMk cId="3544121908" sldId="260"/>
            <ac:picMk id="5" creationId="{D8A83891-BFB7-DBE6-74EC-4EDE3C51F125}"/>
          </ac:picMkLst>
        </pc:picChg>
      </pc:sldChg>
      <pc:sldChg chg="addSp modSp new mod ord">
        <pc:chgData name="Josh Eilertsen" userId="c311ac65473bd097" providerId="LiveId" clId="{8112789C-1012-443B-94CF-A9FD9E502C2D}" dt="2025-11-03T10:29:53.241" v="2894" actId="20577"/>
        <pc:sldMkLst>
          <pc:docMk/>
          <pc:sldMk cId="3098828673" sldId="261"/>
        </pc:sldMkLst>
        <pc:spChg chg="add mod">
          <ac:chgData name="Josh Eilertsen" userId="c311ac65473bd097" providerId="LiveId" clId="{8112789C-1012-443B-94CF-A9FD9E502C2D}" dt="2025-11-03T10:29:53.241" v="2894" actId="20577"/>
          <ac:spMkLst>
            <pc:docMk/>
            <pc:sldMk cId="3098828673" sldId="261"/>
            <ac:spMk id="4" creationId="{019A0691-3852-240E-1947-9889B27AA051}"/>
          </ac:spMkLst>
        </pc:spChg>
        <pc:picChg chg="add mod">
          <ac:chgData name="Josh Eilertsen" userId="c311ac65473bd097" providerId="LiveId" clId="{8112789C-1012-443B-94CF-A9FD9E502C2D}" dt="2025-11-03T10:23:29.077" v="2383" actId="14100"/>
          <ac:picMkLst>
            <pc:docMk/>
            <pc:sldMk cId="3098828673" sldId="261"/>
            <ac:picMk id="3" creationId="{121D38E7-0C80-02F5-B7B8-1748D4F6B64E}"/>
          </ac:picMkLst>
        </pc:picChg>
      </pc:sldChg>
      <pc:sldChg chg="addSp modSp new mod">
        <pc:chgData name="Josh Eilertsen" userId="c311ac65473bd097" providerId="LiveId" clId="{8112789C-1012-443B-94CF-A9FD9E502C2D}" dt="2025-11-03T10:28:29.227" v="2875" actId="1076"/>
        <pc:sldMkLst>
          <pc:docMk/>
          <pc:sldMk cId="1398958116" sldId="262"/>
        </pc:sldMkLst>
        <pc:spChg chg="add mod">
          <ac:chgData name="Josh Eilertsen" userId="c311ac65473bd097" providerId="LiveId" clId="{8112789C-1012-443B-94CF-A9FD9E502C2D}" dt="2025-11-03T10:28:24.810" v="2874" actId="1076"/>
          <ac:spMkLst>
            <pc:docMk/>
            <pc:sldMk cId="1398958116" sldId="262"/>
            <ac:spMk id="4" creationId="{AC2AAA10-F090-3C4B-D2FC-843B3B9D5819}"/>
          </ac:spMkLst>
        </pc:spChg>
        <pc:picChg chg="add mod">
          <ac:chgData name="Josh Eilertsen" userId="c311ac65473bd097" providerId="LiveId" clId="{8112789C-1012-443B-94CF-A9FD9E502C2D}" dt="2025-11-03T10:28:29.227" v="2875" actId="1076"/>
          <ac:picMkLst>
            <pc:docMk/>
            <pc:sldMk cId="1398958116" sldId="262"/>
            <ac:picMk id="3" creationId="{6EA488D6-0676-A662-7AAF-53C9629EBD87}"/>
          </ac:picMkLst>
        </pc:picChg>
      </pc:sldChg>
      <pc:sldChg chg="addSp modSp new mod">
        <pc:chgData name="Josh Eilertsen" userId="c311ac65473bd097" providerId="LiveId" clId="{8112789C-1012-443B-94CF-A9FD9E502C2D}" dt="2025-11-03T10:31:12.886" v="2913" actId="20577"/>
        <pc:sldMkLst>
          <pc:docMk/>
          <pc:sldMk cId="3902182114" sldId="263"/>
        </pc:sldMkLst>
        <pc:spChg chg="add mod">
          <ac:chgData name="Josh Eilertsen" userId="c311ac65473bd097" providerId="LiveId" clId="{8112789C-1012-443B-94CF-A9FD9E502C2D}" dt="2025-11-03T10:31:12.886" v="2913" actId="20577"/>
          <ac:spMkLst>
            <pc:docMk/>
            <pc:sldMk cId="3902182114" sldId="263"/>
            <ac:spMk id="4" creationId="{7DC1553C-14A0-4A0B-893E-3ABD87F1CCD9}"/>
          </ac:spMkLst>
        </pc:spChg>
        <pc:picChg chg="add mod">
          <ac:chgData name="Josh Eilertsen" userId="c311ac65473bd097" providerId="LiveId" clId="{8112789C-1012-443B-94CF-A9FD9E502C2D}" dt="2025-11-03T10:30:56.128" v="2898" actId="1076"/>
          <ac:picMkLst>
            <pc:docMk/>
            <pc:sldMk cId="3902182114" sldId="263"/>
            <ac:picMk id="3" creationId="{E6F61A7F-40A8-C5F4-0509-7CFD474ED8AD}"/>
          </ac:picMkLst>
        </pc:picChg>
      </pc:sldChg>
      <pc:sldChg chg="addSp modSp new mod">
        <pc:chgData name="Josh Eilertsen" userId="c311ac65473bd097" providerId="LiveId" clId="{8112789C-1012-443B-94CF-A9FD9E502C2D}" dt="2025-11-03T10:42:08.989" v="3374" actId="313"/>
        <pc:sldMkLst>
          <pc:docMk/>
          <pc:sldMk cId="3644599844" sldId="264"/>
        </pc:sldMkLst>
        <pc:spChg chg="add mod">
          <ac:chgData name="Josh Eilertsen" userId="c311ac65473bd097" providerId="LiveId" clId="{8112789C-1012-443B-94CF-A9FD9E502C2D}" dt="2025-11-03T10:42:08.989" v="3374" actId="313"/>
          <ac:spMkLst>
            <pc:docMk/>
            <pc:sldMk cId="3644599844" sldId="264"/>
            <ac:spMk id="4" creationId="{230DE78A-4F9D-3F02-126A-972EB256BCA4}"/>
          </ac:spMkLst>
        </pc:spChg>
        <pc:spChg chg="add mod">
          <ac:chgData name="Josh Eilertsen" userId="c311ac65473bd097" providerId="LiveId" clId="{8112789C-1012-443B-94CF-A9FD9E502C2D}" dt="2025-11-03T10:33:08.956" v="2923"/>
          <ac:spMkLst>
            <pc:docMk/>
            <pc:sldMk cId="3644599844" sldId="264"/>
            <ac:spMk id="5" creationId="{BDC0D8AE-14A8-D5F8-6BA1-9BF6D843195A}"/>
          </ac:spMkLst>
        </pc:spChg>
        <pc:picChg chg="add mod">
          <ac:chgData name="Josh Eilertsen" userId="c311ac65473bd097" providerId="LiveId" clId="{8112789C-1012-443B-94CF-A9FD9E502C2D}" dt="2025-11-03T10:31:42.414" v="2919" actId="1076"/>
          <ac:picMkLst>
            <pc:docMk/>
            <pc:sldMk cId="3644599844" sldId="264"/>
            <ac:picMk id="3" creationId="{6FBBD7A4-3260-3892-5EC2-692E157A325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B3F1E-AB26-3CCD-6ACE-0C22D555CB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EB6AA3E0-50D8-E010-876E-9D25E4FF0E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38A17357-3D29-3286-ADCB-59471EA5C3B5}"/>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5" name="Footer Placeholder 4">
            <a:extLst>
              <a:ext uri="{FF2B5EF4-FFF2-40B4-BE49-F238E27FC236}">
                <a16:creationId xmlns:a16="http://schemas.microsoft.com/office/drawing/2014/main" id="{4444EE64-3691-AD6C-877C-D905FFF09F8A}"/>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139F14D5-5E42-1FF0-54FC-63FFB66D3D44}"/>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209599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3B4D-DD67-81BE-792E-2551BDB8D35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0BB876E-FBFA-E3E5-F20C-09CD4305E0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48DD294-2584-104F-F582-399A2E692B06}"/>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5" name="Footer Placeholder 4">
            <a:extLst>
              <a:ext uri="{FF2B5EF4-FFF2-40B4-BE49-F238E27FC236}">
                <a16:creationId xmlns:a16="http://schemas.microsoft.com/office/drawing/2014/main" id="{7409A494-4FA0-4E4E-2861-9B2F53891D9E}"/>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B7EAAD47-FC8C-133F-5627-97BBF04478FF}"/>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1220717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D9995-1FD0-CB70-9EC3-2270157F28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DF51DCAF-7D91-8D8B-582D-E182F4E63F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10B454-8156-F813-974A-4EF601F49E0B}"/>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5" name="Footer Placeholder 4">
            <a:extLst>
              <a:ext uri="{FF2B5EF4-FFF2-40B4-BE49-F238E27FC236}">
                <a16:creationId xmlns:a16="http://schemas.microsoft.com/office/drawing/2014/main" id="{E406BF04-F0BC-DEC7-B1CD-70908ABB7172}"/>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F1E88D4C-277A-99E2-786C-3B5C54F2FD5D}"/>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1850141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9833-7117-70CC-CE10-F87E855ACA7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18F6D64-874E-4549-4D56-390D8CA318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4BC93F49-F992-2C24-6952-0595649224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FEBD7804-7413-2073-CFB0-BBEF3C4E7139}"/>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6" name="Footer Placeholder 5">
            <a:extLst>
              <a:ext uri="{FF2B5EF4-FFF2-40B4-BE49-F238E27FC236}">
                <a16:creationId xmlns:a16="http://schemas.microsoft.com/office/drawing/2014/main" id="{A5346840-CEAC-0132-9EFE-7D2AA2D7420E}"/>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7E022C63-8182-C1AE-4830-209E70569752}"/>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1436195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98417-A5B7-4FA7-6F71-47AC1BD3BC3E}"/>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85851A9-2779-D0C0-3998-85FD5A55E2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D9FE7C-85DF-B562-0D2F-5B374F3D47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2B493868-BD7C-8E11-1153-4EF8217EAF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56F9CF-A452-9D49-B297-E0F88C1FC6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7894AFB9-6334-D869-66FD-07CC3FF8C0F8}"/>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8" name="Footer Placeholder 7">
            <a:extLst>
              <a:ext uri="{FF2B5EF4-FFF2-40B4-BE49-F238E27FC236}">
                <a16:creationId xmlns:a16="http://schemas.microsoft.com/office/drawing/2014/main" id="{12DDABB8-8024-16F8-C597-4F37D17F76E0}"/>
              </a:ext>
            </a:extLst>
          </p:cNvPr>
          <p:cNvSpPr>
            <a:spLocks noGrp="1"/>
          </p:cNvSpPr>
          <p:nvPr>
            <p:ph type="ftr" sz="quarter" idx="11"/>
          </p:nvPr>
        </p:nvSpPr>
        <p:spPr/>
        <p:txBody>
          <a:bodyPr/>
          <a:lstStyle/>
          <a:p>
            <a:endParaRPr lang="en-ZA" dirty="0"/>
          </a:p>
        </p:txBody>
      </p:sp>
      <p:sp>
        <p:nvSpPr>
          <p:cNvPr id="9" name="Slide Number Placeholder 8">
            <a:extLst>
              <a:ext uri="{FF2B5EF4-FFF2-40B4-BE49-F238E27FC236}">
                <a16:creationId xmlns:a16="http://schemas.microsoft.com/office/drawing/2014/main" id="{89D750D8-B268-9EE3-AD3D-A6BEC996D7C8}"/>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3637565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0574-666C-D866-7130-49D2F3FAD40E}"/>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3594C2E-CD32-9845-2E77-B26E150943AA}"/>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4" name="Footer Placeholder 3">
            <a:extLst>
              <a:ext uri="{FF2B5EF4-FFF2-40B4-BE49-F238E27FC236}">
                <a16:creationId xmlns:a16="http://schemas.microsoft.com/office/drawing/2014/main" id="{9A456EB3-F0BD-86F0-1A3F-2DD7D459EDCC}"/>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74978700-8F00-2EEA-0D86-DFE3E9C84F36}"/>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1935053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00187E-1060-EDFC-71A2-CBAC01C3A696}"/>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3" name="Footer Placeholder 2">
            <a:extLst>
              <a:ext uri="{FF2B5EF4-FFF2-40B4-BE49-F238E27FC236}">
                <a16:creationId xmlns:a16="http://schemas.microsoft.com/office/drawing/2014/main" id="{C8A4273E-0325-A121-4E20-5DFECE419751}"/>
              </a:ext>
            </a:extLst>
          </p:cNvPr>
          <p:cNvSpPr>
            <a:spLocks noGrp="1"/>
          </p:cNvSpPr>
          <p:nvPr>
            <p:ph type="ftr" sz="quarter" idx="11"/>
          </p:nvPr>
        </p:nvSpPr>
        <p:spPr/>
        <p:txBody>
          <a:bodyPr/>
          <a:lstStyle/>
          <a:p>
            <a:endParaRPr lang="en-ZA" dirty="0"/>
          </a:p>
        </p:txBody>
      </p:sp>
      <p:sp>
        <p:nvSpPr>
          <p:cNvPr id="4" name="Slide Number Placeholder 3">
            <a:extLst>
              <a:ext uri="{FF2B5EF4-FFF2-40B4-BE49-F238E27FC236}">
                <a16:creationId xmlns:a16="http://schemas.microsoft.com/office/drawing/2014/main" id="{D7360122-0448-82F4-6DAE-B50EE5305C2C}"/>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3676665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7575-3F86-E514-3BF7-DB0D68217F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50B1429A-0080-31E8-4C12-B1B71C2AD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4B2A39AC-6D81-32DE-0E64-F40F55CF6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AB633-DD8B-34BB-910F-2345D10B1E11}"/>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6" name="Footer Placeholder 5">
            <a:extLst>
              <a:ext uri="{FF2B5EF4-FFF2-40B4-BE49-F238E27FC236}">
                <a16:creationId xmlns:a16="http://schemas.microsoft.com/office/drawing/2014/main" id="{F8EF1E8A-3726-F4EC-9C46-69C24C1B45A5}"/>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CCFE236E-03B7-134A-423E-107DAC906C89}"/>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1716470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3EF6-E9C1-2D56-E048-A8ADB42A49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7306802E-A714-4FA2-CF41-1FD298333A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dirty="0"/>
          </a:p>
        </p:txBody>
      </p:sp>
      <p:sp>
        <p:nvSpPr>
          <p:cNvPr id="4" name="Text Placeholder 3">
            <a:extLst>
              <a:ext uri="{FF2B5EF4-FFF2-40B4-BE49-F238E27FC236}">
                <a16:creationId xmlns:a16="http://schemas.microsoft.com/office/drawing/2014/main" id="{D5D2C087-E6FB-09E8-DF62-61E82AD7F8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99A221-78B6-7E4E-BCB4-22EC373075E5}"/>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6" name="Footer Placeholder 5">
            <a:extLst>
              <a:ext uri="{FF2B5EF4-FFF2-40B4-BE49-F238E27FC236}">
                <a16:creationId xmlns:a16="http://schemas.microsoft.com/office/drawing/2014/main" id="{7FA44E81-B8F1-D991-ED49-4B08CC4FFBE2}"/>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2EC0069C-7B96-11A2-3B5E-D2BAAFC95AB5}"/>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3346290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A725-9D48-4B1E-1DF8-71C9EF284FBA}"/>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0FB968B-DBB5-F965-A60E-CF4006E946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264BA5B-9A88-1431-22EB-2B1B8A995751}"/>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5" name="Footer Placeholder 4">
            <a:extLst>
              <a:ext uri="{FF2B5EF4-FFF2-40B4-BE49-F238E27FC236}">
                <a16:creationId xmlns:a16="http://schemas.microsoft.com/office/drawing/2014/main" id="{AABCC210-596A-EAF0-4F9E-284FFA769B27}"/>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F5E28829-6A53-A956-D3E5-A32E5CD1817F}"/>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572803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08650B-1200-0719-680D-C950980938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1CCB6B6-6BF0-2038-A1CA-BCFF3328A6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431FC65-AF92-43AB-E164-15553B8A61BB}"/>
              </a:ext>
            </a:extLst>
          </p:cNvPr>
          <p:cNvSpPr>
            <a:spLocks noGrp="1"/>
          </p:cNvSpPr>
          <p:nvPr>
            <p:ph type="dt" sz="half" idx="10"/>
          </p:nvPr>
        </p:nvSpPr>
        <p:spPr/>
        <p:txBody>
          <a:bodyPr/>
          <a:lstStyle/>
          <a:p>
            <a:fld id="{7DED9097-EE75-404D-B62C-AFF7789D651B}" type="datetimeFigureOut">
              <a:rPr lang="en-ZA" smtClean="0"/>
              <a:t>2025/11/01</a:t>
            </a:fld>
            <a:endParaRPr lang="en-ZA" dirty="0"/>
          </a:p>
        </p:txBody>
      </p:sp>
      <p:sp>
        <p:nvSpPr>
          <p:cNvPr id="5" name="Footer Placeholder 4">
            <a:extLst>
              <a:ext uri="{FF2B5EF4-FFF2-40B4-BE49-F238E27FC236}">
                <a16:creationId xmlns:a16="http://schemas.microsoft.com/office/drawing/2014/main" id="{96FD49F7-4465-587F-731E-3D0263F95197}"/>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AFB20641-189C-BC60-9AB1-D5CCE6A0DBF4}"/>
              </a:ext>
            </a:extLst>
          </p:cNvPr>
          <p:cNvSpPr>
            <a:spLocks noGrp="1"/>
          </p:cNvSpPr>
          <p:nvPr>
            <p:ph type="sldNum" sz="quarter" idx="12"/>
          </p:nvPr>
        </p:nvSpPr>
        <p:spPr/>
        <p:txBody>
          <a:bodyPr/>
          <a:lstStyle/>
          <a:p>
            <a:fld id="{C2B01DFB-8BC4-4873-A069-A12209A5AE01}" type="slidenum">
              <a:rPr lang="en-ZA" smtClean="0"/>
              <a:t>‹#›</a:t>
            </a:fld>
            <a:endParaRPr lang="en-ZA" dirty="0"/>
          </a:p>
        </p:txBody>
      </p:sp>
    </p:spTree>
    <p:extLst>
      <p:ext uri="{BB962C8B-B14F-4D97-AF65-F5344CB8AC3E}">
        <p14:creationId xmlns:p14="http://schemas.microsoft.com/office/powerpoint/2010/main" val="2746238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9888EA-F360-4A6F-DE97-C5297C18C6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223CA75-C1AB-D0D8-66DD-C4D10509F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5BC4FFF-47C2-F8AC-6AD3-852B3125A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ED9097-EE75-404D-B62C-AFF7789D651B}" type="datetimeFigureOut">
              <a:rPr lang="en-ZA" smtClean="0"/>
              <a:t>2025/11/01</a:t>
            </a:fld>
            <a:endParaRPr lang="en-ZA" dirty="0"/>
          </a:p>
        </p:txBody>
      </p:sp>
      <p:sp>
        <p:nvSpPr>
          <p:cNvPr id="5" name="Footer Placeholder 4">
            <a:extLst>
              <a:ext uri="{FF2B5EF4-FFF2-40B4-BE49-F238E27FC236}">
                <a16:creationId xmlns:a16="http://schemas.microsoft.com/office/drawing/2014/main" id="{C50DCC01-7AD5-EB9A-9C15-A77D0E9C7C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dirty="0"/>
          </a:p>
        </p:txBody>
      </p:sp>
      <p:sp>
        <p:nvSpPr>
          <p:cNvPr id="6" name="Slide Number Placeholder 5">
            <a:extLst>
              <a:ext uri="{FF2B5EF4-FFF2-40B4-BE49-F238E27FC236}">
                <a16:creationId xmlns:a16="http://schemas.microsoft.com/office/drawing/2014/main" id="{2B5078A4-8DAD-6609-FBE2-E195CA5A7F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B01DFB-8BC4-4873-A069-A12209A5AE01}" type="slidenum">
              <a:rPr lang="en-ZA" smtClean="0"/>
              <a:t>‹#›</a:t>
            </a:fld>
            <a:endParaRPr lang="en-ZA" dirty="0"/>
          </a:p>
        </p:txBody>
      </p:sp>
    </p:spTree>
    <p:extLst>
      <p:ext uri="{BB962C8B-B14F-4D97-AF65-F5344CB8AC3E}">
        <p14:creationId xmlns:p14="http://schemas.microsoft.com/office/powerpoint/2010/main" val="719362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A5F077-8F71-DB8C-07EE-8BB249F95AED}"/>
              </a:ext>
            </a:extLst>
          </p:cNvPr>
          <p:cNvPicPr>
            <a:picLocks noChangeAspect="1"/>
          </p:cNvPicPr>
          <p:nvPr/>
        </p:nvPicPr>
        <p:blipFill>
          <a:blip r:embed="rId2"/>
          <a:stretch>
            <a:fillRect/>
          </a:stretch>
        </p:blipFill>
        <p:spPr>
          <a:xfrm>
            <a:off x="0" y="0"/>
            <a:ext cx="7808788" cy="6858000"/>
          </a:xfrm>
          <a:prstGeom prst="rect">
            <a:avLst/>
          </a:prstGeom>
        </p:spPr>
      </p:pic>
      <p:sp>
        <p:nvSpPr>
          <p:cNvPr id="5" name="TextBox 4">
            <a:extLst>
              <a:ext uri="{FF2B5EF4-FFF2-40B4-BE49-F238E27FC236}">
                <a16:creationId xmlns:a16="http://schemas.microsoft.com/office/drawing/2014/main" id="{154B5533-379A-1B6A-1335-043A05B98306}"/>
              </a:ext>
            </a:extLst>
          </p:cNvPr>
          <p:cNvSpPr txBox="1"/>
          <p:nvPr/>
        </p:nvSpPr>
        <p:spPr>
          <a:xfrm>
            <a:off x="8082116" y="442452"/>
            <a:ext cx="3824749" cy="3108543"/>
          </a:xfrm>
          <a:prstGeom prst="rect">
            <a:avLst/>
          </a:prstGeom>
          <a:noFill/>
        </p:spPr>
        <p:txBody>
          <a:bodyPr wrap="square" rtlCol="0">
            <a:spAutoFit/>
          </a:bodyPr>
          <a:lstStyle/>
          <a:p>
            <a:pPr algn="ctr"/>
            <a:r>
              <a:rPr lang="en-ZA" sz="2000" b="1" dirty="0">
                <a:latin typeface="Arial" panose="020B0604020202020204" pitchFamily="34" charset="0"/>
                <a:cs typeface="Arial" panose="020B0604020202020204" pitchFamily="34" charset="0"/>
              </a:rPr>
              <a:t>Bar Chart code snippet</a:t>
            </a:r>
          </a:p>
          <a:p>
            <a:r>
              <a:rPr lang="en-US" sz="1600" dirty="0"/>
              <a:t>Note: The data in these tables is completely random, so it can't be used to find any real-world insights. The only thing you could study from it is how well (or poorly) the computer actually generates random numbers.</a:t>
            </a:r>
          </a:p>
          <a:p>
            <a:endParaRPr lang="en-US" sz="1600" dirty="0"/>
          </a:p>
          <a:p>
            <a:r>
              <a:rPr lang="en-US" sz="1600" dirty="0"/>
              <a:t>This code snippet shows the cell where the bar chart (next page) is created and saved as a PNG to the root of the project folder.</a:t>
            </a:r>
          </a:p>
        </p:txBody>
      </p:sp>
    </p:spTree>
    <p:extLst>
      <p:ext uri="{BB962C8B-B14F-4D97-AF65-F5344CB8AC3E}">
        <p14:creationId xmlns:p14="http://schemas.microsoft.com/office/powerpoint/2010/main" val="1547586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number of students&#10;&#10;AI-generated content may be incorrect.">
            <a:extLst>
              <a:ext uri="{FF2B5EF4-FFF2-40B4-BE49-F238E27FC236}">
                <a16:creationId xmlns:a16="http://schemas.microsoft.com/office/drawing/2014/main" id="{93F857F5-142C-45E4-7116-DB1ECC8563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21111"/>
            <a:ext cx="7161158" cy="4296695"/>
          </a:xfrm>
          <a:prstGeom prst="rect">
            <a:avLst/>
          </a:prstGeom>
        </p:spPr>
      </p:pic>
      <p:sp>
        <p:nvSpPr>
          <p:cNvPr id="6" name="TextBox 5">
            <a:extLst>
              <a:ext uri="{FF2B5EF4-FFF2-40B4-BE49-F238E27FC236}">
                <a16:creationId xmlns:a16="http://schemas.microsoft.com/office/drawing/2014/main" id="{3D71CB2B-DB71-5AC3-3CD3-571901128CFB}"/>
              </a:ext>
            </a:extLst>
          </p:cNvPr>
          <p:cNvSpPr txBox="1"/>
          <p:nvPr/>
        </p:nvSpPr>
        <p:spPr>
          <a:xfrm>
            <a:off x="7161159" y="868965"/>
            <a:ext cx="4159045" cy="2123658"/>
          </a:xfrm>
          <a:prstGeom prst="rect">
            <a:avLst/>
          </a:prstGeom>
          <a:noFill/>
        </p:spPr>
        <p:txBody>
          <a:bodyPr wrap="square" rtlCol="0">
            <a:spAutoFit/>
          </a:bodyPr>
          <a:lstStyle/>
          <a:p>
            <a:pPr algn="ctr"/>
            <a:r>
              <a:rPr lang="en-ZA" sz="2000" b="1" dirty="0">
                <a:latin typeface="Arial" panose="020B0604020202020204" pitchFamily="34" charset="0"/>
                <a:cs typeface="Arial" panose="020B0604020202020204" pitchFamily="34" charset="0"/>
              </a:rPr>
              <a:t>Plot analysis</a:t>
            </a:r>
            <a:endParaRPr lang="en-US" sz="1600" dirty="0">
              <a:latin typeface="Arial" panose="020B0604020202020204" pitchFamily="34" charset="0"/>
              <a:cs typeface="Arial" panose="020B0604020202020204" pitchFamily="34" charset="0"/>
            </a:endParaRPr>
          </a:p>
          <a:p>
            <a:r>
              <a:rPr lang="en-US" sz="1600" dirty="0"/>
              <a:t>A couple of useful observations can be made about the student age demographic shown in the bar chart: The 35–45 age group has the highest number of students, while the 25–35 age group has the fewest. The remaining two groups, 18–25 and 45+, have nearly identical, lower student counts.</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331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35F293-E16C-9A9F-8279-41EBFCCEF369}"/>
              </a:ext>
            </a:extLst>
          </p:cNvPr>
          <p:cNvPicPr>
            <a:picLocks noChangeAspect="1"/>
          </p:cNvPicPr>
          <p:nvPr/>
        </p:nvPicPr>
        <p:blipFill>
          <a:blip r:embed="rId2"/>
          <a:stretch>
            <a:fillRect/>
          </a:stretch>
        </p:blipFill>
        <p:spPr>
          <a:xfrm>
            <a:off x="235974" y="176980"/>
            <a:ext cx="8902841" cy="4336026"/>
          </a:xfrm>
          <a:prstGeom prst="rect">
            <a:avLst/>
          </a:prstGeom>
        </p:spPr>
      </p:pic>
      <p:sp>
        <p:nvSpPr>
          <p:cNvPr id="5" name="TextBox 4">
            <a:extLst>
              <a:ext uri="{FF2B5EF4-FFF2-40B4-BE49-F238E27FC236}">
                <a16:creationId xmlns:a16="http://schemas.microsoft.com/office/drawing/2014/main" id="{BDD764BE-0F81-EF87-3715-AE8FC980B168}"/>
              </a:ext>
            </a:extLst>
          </p:cNvPr>
          <p:cNvSpPr txBox="1"/>
          <p:nvPr/>
        </p:nvSpPr>
        <p:spPr>
          <a:xfrm>
            <a:off x="9138815" y="263829"/>
            <a:ext cx="3053185" cy="2215991"/>
          </a:xfrm>
          <a:prstGeom prst="rect">
            <a:avLst/>
          </a:prstGeom>
          <a:noFill/>
        </p:spPr>
        <p:txBody>
          <a:bodyPr wrap="square">
            <a:spAutoFit/>
          </a:bodyPr>
          <a:lstStyle/>
          <a:p>
            <a:pPr algn="ctr"/>
            <a:r>
              <a:rPr lang="en-ZA" sz="2400" b="1" dirty="0">
                <a:latin typeface="Arial" panose="020B0604020202020204" pitchFamily="34" charset="0"/>
                <a:cs typeface="Arial" panose="020B0604020202020204" pitchFamily="34" charset="0"/>
              </a:rPr>
              <a:t>Line Chart code snippet</a:t>
            </a:r>
            <a:endParaRPr lang="en-US" sz="1800" dirty="0"/>
          </a:p>
          <a:p>
            <a:r>
              <a:rPr lang="en-US" sz="1800" dirty="0"/>
              <a:t>This code snippet shows the cell where the bar chart (next page) is created and saved as a PNG to the root of the project folder.</a:t>
            </a:r>
          </a:p>
        </p:txBody>
      </p:sp>
    </p:spTree>
    <p:extLst>
      <p:ext uri="{BB962C8B-B14F-4D97-AF65-F5344CB8AC3E}">
        <p14:creationId xmlns:p14="http://schemas.microsoft.com/office/powerpoint/2010/main" val="3578161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een line graph with white text&#10;&#10;AI-generated content may be incorrect.">
            <a:extLst>
              <a:ext uri="{FF2B5EF4-FFF2-40B4-BE49-F238E27FC236}">
                <a16:creationId xmlns:a16="http://schemas.microsoft.com/office/drawing/2014/main" id="{7B945695-8AF8-D6E9-BB87-68C2B88EB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860"/>
            <a:ext cx="8050170" cy="4830102"/>
          </a:xfrm>
          <a:prstGeom prst="rect">
            <a:avLst/>
          </a:prstGeom>
        </p:spPr>
      </p:pic>
      <p:sp>
        <p:nvSpPr>
          <p:cNvPr id="6" name="TextBox 5">
            <a:extLst>
              <a:ext uri="{FF2B5EF4-FFF2-40B4-BE49-F238E27FC236}">
                <a16:creationId xmlns:a16="http://schemas.microsoft.com/office/drawing/2014/main" id="{BBD3B657-0AEE-AB95-C5CE-894E77D18C75}"/>
              </a:ext>
            </a:extLst>
          </p:cNvPr>
          <p:cNvSpPr txBox="1"/>
          <p:nvPr/>
        </p:nvSpPr>
        <p:spPr>
          <a:xfrm>
            <a:off x="7443019" y="453187"/>
            <a:ext cx="4542503" cy="3785652"/>
          </a:xfrm>
          <a:prstGeom prst="rect">
            <a:avLst/>
          </a:prstGeom>
          <a:noFill/>
        </p:spPr>
        <p:txBody>
          <a:bodyPr wrap="square">
            <a:spAutoFit/>
          </a:bodyPr>
          <a:lstStyle/>
          <a:p>
            <a:pPr algn="ctr"/>
            <a:r>
              <a:rPr lang="en-ZA" sz="2400" b="1" dirty="0">
                <a:latin typeface="Arial" panose="020B0604020202020204" pitchFamily="34" charset="0"/>
                <a:cs typeface="Arial" panose="020B0604020202020204" pitchFamily="34" charset="0"/>
              </a:rPr>
              <a:t>Plot analysis</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This line graph shows the correlation between study hours, and Exam marks. We can observe a slight positive correlation between more hours studying and the students exam mark. We can see that the 1-2 hour</a:t>
            </a:r>
            <a:r>
              <a:rPr lang="en-US" dirty="0">
                <a:latin typeface="Arial" panose="020B0604020202020204" pitchFamily="34" charset="0"/>
                <a:cs typeface="Arial" panose="020B0604020202020204" pitchFamily="34" charset="0"/>
              </a:rPr>
              <a:t>s of studying has the lowest mark, which is what we would expect with real world data. The biggest improvement that can be observed in this line graph is from 1-2 hours to 2-3 hours of studying, where the students marks raise by approximately three percent. </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1993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8D3564-B04E-04A9-3DC0-681BB72A404B}"/>
              </a:ext>
            </a:extLst>
          </p:cNvPr>
          <p:cNvSpPr txBox="1"/>
          <p:nvPr/>
        </p:nvSpPr>
        <p:spPr>
          <a:xfrm>
            <a:off x="7649496" y="775955"/>
            <a:ext cx="4434349" cy="3231654"/>
          </a:xfrm>
          <a:prstGeom prst="rect">
            <a:avLst/>
          </a:prstGeom>
          <a:noFill/>
        </p:spPr>
        <p:txBody>
          <a:bodyPr wrap="square">
            <a:spAutoFit/>
          </a:bodyPr>
          <a:lstStyle/>
          <a:p>
            <a:pPr marL="0" algn="ctr" rtl="0" eaLnBrk="1" latinLnBrk="0" hangingPunct="1">
              <a:buNone/>
            </a:pPr>
            <a:r>
              <a:rPr lang="en-ZA" sz="2400" b="1" dirty="0">
                <a:solidFill>
                  <a:srgbClr val="000000"/>
                </a:solidFill>
                <a:latin typeface="Arial" panose="020B0604020202020204" pitchFamily="34" charset="0"/>
                <a:cs typeface="Arial" panose="020B0604020202020204" pitchFamily="34" charset="0"/>
              </a:rPr>
              <a:t>Example Scatter</a:t>
            </a:r>
            <a:r>
              <a:rPr lang="en-ZA" sz="2400" b="1" kern="1200" dirty="0">
                <a:solidFill>
                  <a:srgbClr val="000000"/>
                </a:solidFill>
                <a:effectLst/>
                <a:latin typeface="Arial" panose="020B0604020202020204" pitchFamily="34" charset="0"/>
                <a:ea typeface="+mn-ea"/>
                <a:cs typeface="Arial" panose="020B0604020202020204" pitchFamily="34" charset="0"/>
              </a:rPr>
              <a:t> Chart </a:t>
            </a:r>
          </a:p>
          <a:p>
            <a:pPr marL="0" rtl="0" eaLnBrk="1" latinLnBrk="0" hangingPunct="1">
              <a:buNone/>
            </a:pPr>
            <a:r>
              <a:rPr lang="en-US" sz="1800" kern="1200" dirty="0">
                <a:solidFill>
                  <a:srgbClr val="000000"/>
                </a:solidFill>
                <a:effectLst/>
                <a:latin typeface="Aptos" panose="020B0004020202020204" pitchFamily="34" charset="0"/>
                <a:ea typeface="+mn-ea"/>
                <a:cs typeface="+mn-cs"/>
              </a:rPr>
              <a:t>Since the data in my project was randomly generated, this scatter plot does not show any useful information. I decided to fabricate one what demonstrates the correlation I would expect from real world data. It can be observed in this example chart that there is a very strong correlation between the time taken on the exam, and the student's mark. On the next page is the scatter chart from my project</a:t>
            </a:r>
            <a:endParaRPr lang="en-ZA" dirty="0">
              <a:effectLst/>
            </a:endParaRPr>
          </a:p>
        </p:txBody>
      </p:sp>
      <p:pic>
        <p:nvPicPr>
          <p:cNvPr id="5" name="Picture 4" descr="A graph with blue dots&#10;&#10;AI-generated content may be incorrect.">
            <a:extLst>
              <a:ext uri="{FF2B5EF4-FFF2-40B4-BE49-F238E27FC236}">
                <a16:creationId xmlns:a16="http://schemas.microsoft.com/office/drawing/2014/main" id="{D8A83891-BFB7-DBE6-74EC-4EDE3C51F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484"/>
            <a:ext cx="7718323" cy="4630994"/>
          </a:xfrm>
          <a:prstGeom prst="rect">
            <a:avLst/>
          </a:prstGeom>
        </p:spPr>
      </p:pic>
    </p:spTree>
    <p:extLst>
      <p:ext uri="{BB962C8B-B14F-4D97-AF65-F5344CB8AC3E}">
        <p14:creationId xmlns:p14="http://schemas.microsoft.com/office/powerpoint/2010/main" val="354412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purple dots&#10;&#10;AI-generated content may be incorrect.">
            <a:extLst>
              <a:ext uri="{FF2B5EF4-FFF2-40B4-BE49-F238E27FC236}">
                <a16:creationId xmlns:a16="http://schemas.microsoft.com/office/drawing/2014/main" id="{121D38E7-0C80-02F5-B7B8-1748D4F6B6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8180439" cy="4908264"/>
          </a:xfrm>
          <a:prstGeom prst="rect">
            <a:avLst/>
          </a:prstGeom>
        </p:spPr>
      </p:pic>
      <p:sp>
        <p:nvSpPr>
          <p:cNvPr id="4" name="TextBox 3">
            <a:extLst>
              <a:ext uri="{FF2B5EF4-FFF2-40B4-BE49-F238E27FC236}">
                <a16:creationId xmlns:a16="http://schemas.microsoft.com/office/drawing/2014/main" id="{019A0691-3852-240E-1947-9889B27AA051}"/>
              </a:ext>
            </a:extLst>
          </p:cNvPr>
          <p:cNvSpPr txBox="1"/>
          <p:nvPr/>
        </p:nvSpPr>
        <p:spPr>
          <a:xfrm>
            <a:off x="7443019" y="453187"/>
            <a:ext cx="4542503" cy="3785652"/>
          </a:xfrm>
          <a:prstGeom prst="rect">
            <a:avLst/>
          </a:prstGeom>
          <a:noFill/>
        </p:spPr>
        <p:txBody>
          <a:bodyPr wrap="square">
            <a:spAutoFit/>
          </a:bodyPr>
          <a:lstStyle/>
          <a:p>
            <a:pPr algn="ctr"/>
            <a:r>
              <a:rPr lang="en-ZA" sz="2400" b="1" dirty="0">
                <a:latin typeface="Arial" panose="020B0604020202020204" pitchFamily="34" charset="0"/>
                <a:cs typeface="Arial" panose="020B0604020202020204" pitchFamily="34" charset="0"/>
              </a:rPr>
              <a:t>Scatter Plot analysis</a:t>
            </a:r>
          </a:p>
          <a:p>
            <a:r>
              <a:rPr lang="en-US" sz="1800" dirty="0">
                <a:latin typeface="Arial" panose="020B0604020202020204" pitchFamily="34" charset="0"/>
                <a:cs typeface="Arial" panose="020B0604020202020204" pitchFamily="34" charset="0"/>
              </a:rPr>
              <a:t>As I explained on the previous page, we can see that there is no observable correlation between Time taken on the exam, and the students exam mark. This is a result of the data being generated randomly.</a:t>
            </a:r>
          </a:p>
          <a:p>
            <a:endParaRPr lang="en-US" dirty="0">
              <a:latin typeface="Arial" panose="020B0604020202020204" pitchFamily="34" charset="0"/>
              <a:cs typeface="Arial" panose="020B0604020202020204" pitchFamily="34" charset="0"/>
            </a:endParaRPr>
          </a:p>
          <a:p>
            <a:r>
              <a:rPr lang="en-US" dirty="0"/>
              <a:t>Students who finished quickly (20-40 minutes) achieved marks ranging from very low (under 10%) to very high (over 80%). The same is true for students who took the longest (160-180 minutes).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882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A488D6-0676-A662-7AAF-53C9629EBD87}"/>
              </a:ext>
            </a:extLst>
          </p:cNvPr>
          <p:cNvPicPr>
            <a:picLocks noChangeAspect="1"/>
          </p:cNvPicPr>
          <p:nvPr/>
        </p:nvPicPr>
        <p:blipFill>
          <a:blip r:embed="rId2"/>
          <a:stretch>
            <a:fillRect/>
          </a:stretch>
        </p:blipFill>
        <p:spPr>
          <a:xfrm>
            <a:off x="196073" y="3264310"/>
            <a:ext cx="11799854" cy="2743200"/>
          </a:xfrm>
          <a:prstGeom prst="rect">
            <a:avLst/>
          </a:prstGeom>
        </p:spPr>
      </p:pic>
      <p:sp>
        <p:nvSpPr>
          <p:cNvPr id="4" name="TextBox 3">
            <a:extLst>
              <a:ext uri="{FF2B5EF4-FFF2-40B4-BE49-F238E27FC236}">
                <a16:creationId xmlns:a16="http://schemas.microsoft.com/office/drawing/2014/main" id="{AC2AAA10-F090-3C4B-D2FC-843B3B9D5819}"/>
              </a:ext>
            </a:extLst>
          </p:cNvPr>
          <p:cNvSpPr txBox="1"/>
          <p:nvPr/>
        </p:nvSpPr>
        <p:spPr>
          <a:xfrm>
            <a:off x="737421" y="1549933"/>
            <a:ext cx="4188542" cy="1384995"/>
          </a:xfrm>
          <a:prstGeom prst="rect">
            <a:avLst/>
          </a:prstGeom>
          <a:noFill/>
        </p:spPr>
        <p:txBody>
          <a:bodyPr wrap="square" rtlCol="0">
            <a:spAutoFit/>
          </a:bodyPr>
          <a:lstStyle/>
          <a:p>
            <a:pPr algn="ctr"/>
            <a:r>
              <a:rPr lang="en-ZA" sz="2000" b="1" dirty="0">
                <a:latin typeface="Arial" panose="020B0604020202020204" pitchFamily="34" charset="0"/>
                <a:cs typeface="Arial" panose="020B0604020202020204" pitchFamily="34" charset="0"/>
              </a:rPr>
              <a:t>Scatter Chart code snippet</a:t>
            </a:r>
            <a:endParaRPr lang="en-US" sz="1600" dirty="0"/>
          </a:p>
          <a:p>
            <a:r>
              <a:rPr lang="en-US" sz="1600" dirty="0"/>
              <a:t>This code snippet shows the cell where the scatter chart (previous page) is created and saved as a PNG to the root of the project folder.</a:t>
            </a:r>
          </a:p>
        </p:txBody>
      </p:sp>
    </p:spTree>
    <p:extLst>
      <p:ext uri="{BB962C8B-B14F-4D97-AF65-F5344CB8AC3E}">
        <p14:creationId xmlns:p14="http://schemas.microsoft.com/office/powerpoint/2010/main" val="139895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F61A7F-40A8-C5F4-0509-7CFD474ED8AD}"/>
              </a:ext>
            </a:extLst>
          </p:cNvPr>
          <p:cNvPicPr>
            <a:picLocks noChangeAspect="1"/>
          </p:cNvPicPr>
          <p:nvPr/>
        </p:nvPicPr>
        <p:blipFill>
          <a:blip r:embed="rId2"/>
          <a:stretch>
            <a:fillRect/>
          </a:stretch>
        </p:blipFill>
        <p:spPr>
          <a:xfrm>
            <a:off x="169767" y="3304550"/>
            <a:ext cx="11660492" cy="3005816"/>
          </a:xfrm>
          <a:prstGeom prst="rect">
            <a:avLst/>
          </a:prstGeom>
        </p:spPr>
      </p:pic>
      <p:sp>
        <p:nvSpPr>
          <p:cNvPr id="4" name="TextBox 3">
            <a:extLst>
              <a:ext uri="{FF2B5EF4-FFF2-40B4-BE49-F238E27FC236}">
                <a16:creationId xmlns:a16="http://schemas.microsoft.com/office/drawing/2014/main" id="{7DC1553C-14A0-4A0B-893E-3ABD87F1CCD9}"/>
              </a:ext>
            </a:extLst>
          </p:cNvPr>
          <p:cNvSpPr txBox="1"/>
          <p:nvPr/>
        </p:nvSpPr>
        <p:spPr>
          <a:xfrm>
            <a:off x="737421" y="1549933"/>
            <a:ext cx="4188542" cy="1138773"/>
          </a:xfrm>
          <a:prstGeom prst="rect">
            <a:avLst/>
          </a:prstGeom>
          <a:noFill/>
        </p:spPr>
        <p:txBody>
          <a:bodyPr wrap="square" rtlCol="0">
            <a:spAutoFit/>
          </a:bodyPr>
          <a:lstStyle/>
          <a:p>
            <a:pPr algn="ctr"/>
            <a:r>
              <a:rPr lang="en-ZA" sz="2000" b="1" dirty="0">
                <a:latin typeface="Arial" panose="020B0604020202020204" pitchFamily="34" charset="0"/>
                <a:cs typeface="Arial" panose="020B0604020202020204" pitchFamily="34" charset="0"/>
              </a:rPr>
              <a:t>Scatter Chart code snippet</a:t>
            </a:r>
            <a:endParaRPr lang="en-US" sz="1600" dirty="0"/>
          </a:p>
          <a:p>
            <a:r>
              <a:rPr lang="en-US" sz="1600" dirty="0"/>
              <a:t>This code snippet shows the cell where the scatter chart (next page) is created and saved as a PNG to the root of the project folder.</a:t>
            </a:r>
          </a:p>
        </p:txBody>
      </p:sp>
    </p:spTree>
    <p:extLst>
      <p:ext uri="{BB962C8B-B14F-4D97-AF65-F5344CB8AC3E}">
        <p14:creationId xmlns:p14="http://schemas.microsoft.com/office/powerpoint/2010/main" val="3902182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numbers and points&#10;&#10;AI-generated content may be incorrect.">
            <a:extLst>
              <a:ext uri="{FF2B5EF4-FFF2-40B4-BE49-F238E27FC236}">
                <a16:creationId xmlns:a16="http://schemas.microsoft.com/office/drawing/2014/main" id="{6FBBD7A4-3260-3892-5EC2-692E157A3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804" y="135188"/>
            <a:ext cx="8132106" cy="4879264"/>
          </a:xfrm>
          <a:prstGeom prst="rect">
            <a:avLst/>
          </a:prstGeom>
        </p:spPr>
      </p:pic>
      <p:sp>
        <p:nvSpPr>
          <p:cNvPr id="4" name="TextBox 3">
            <a:extLst>
              <a:ext uri="{FF2B5EF4-FFF2-40B4-BE49-F238E27FC236}">
                <a16:creationId xmlns:a16="http://schemas.microsoft.com/office/drawing/2014/main" id="{230DE78A-4F9D-3F02-126A-972EB256BCA4}"/>
              </a:ext>
            </a:extLst>
          </p:cNvPr>
          <p:cNvSpPr txBox="1"/>
          <p:nvPr/>
        </p:nvSpPr>
        <p:spPr>
          <a:xfrm>
            <a:off x="7895303" y="453186"/>
            <a:ext cx="4090219" cy="4062651"/>
          </a:xfrm>
          <a:prstGeom prst="rect">
            <a:avLst/>
          </a:prstGeom>
          <a:noFill/>
        </p:spPr>
        <p:txBody>
          <a:bodyPr wrap="square">
            <a:spAutoFit/>
          </a:bodyPr>
          <a:lstStyle/>
          <a:p>
            <a:pPr algn="ctr"/>
            <a:r>
              <a:rPr lang="en-ZA" sz="2400" b="1" dirty="0">
                <a:latin typeface="Arial" panose="020B0604020202020204" pitchFamily="34" charset="0"/>
                <a:cs typeface="Arial" panose="020B0604020202020204" pitchFamily="34" charset="0"/>
              </a:rPr>
              <a:t>Scatter Plot analysis</a:t>
            </a:r>
          </a:p>
          <a:p>
            <a:r>
              <a:rPr lang="en-US" dirty="0"/>
              <a:t>The graph just confirms that all 12 possible combinations (4 age groups x 3 study hour categories) are present in the 150 student sample. </a:t>
            </a:r>
          </a:p>
          <a:p>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I expected this result since </a:t>
            </a:r>
            <a:r>
              <a:rPr lang="en-US" dirty="0">
                <a:latin typeface="Arial" panose="020B0604020202020204" pitchFamily="34" charset="0"/>
                <a:cs typeface="Arial" panose="020B0604020202020204" pitchFamily="34" charset="0"/>
              </a:rPr>
              <a:t>I saw the question as </a:t>
            </a:r>
            <a:r>
              <a:rPr lang="en-US" dirty="0"/>
              <a:t>there are only 4 age groups and 3 study hour categories, all 150 student data points are plotted at exactly the same 12 (x, y) coordinates. Once again there are no useful observations can be made from this plot.</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4599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2930</TotalTime>
  <Words>570</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Eilertsen</dc:creator>
  <cp:lastModifiedBy>Josh Eilertsen</cp:lastModifiedBy>
  <cp:revision>1</cp:revision>
  <dcterms:created xsi:type="dcterms:W3CDTF">2025-11-01T09:52:06Z</dcterms:created>
  <dcterms:modified xsi:type="dcterms:W3CDTF">2025-11-03T10:42:34Z</dcterms:modified>
</cp:coreProperties>
</file>